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13cc0c5dbd4d44" /><Relationship Type="http://schemas.openxmlformats.org/officeDocument/2006/relationships/extended-properties" Target="/docProps/app.xml" Id="Rd01daa0b615b4399" /><Relationship Type="http://schemas.openxmlformats.org/officeDocument/2006/relationships/officeDocument" Target="/ppt/presentation.xml" Id="R01ca4397b010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070b59d4d452f"/>
  </p:sldMasterIdLst>
  <p:notesMasterIdLst>
    <p:notesMasterId xmlns:r="http://schemas.openxmlformats.org/officeDocument/2006/relationships" r:id="R0b1b4cc8f833443d"/>
  </p:notesMasterIdLst>
  <p:sldIdLst>
    <p:sldId xmlns:r="http://schemas.openxmlformats.org/officeDocument/2006/relationships" id="256" r:id="R61a053d8faa84e21"/>
    <p:sldId xmlns:r="http://schemas.openxmlformats.org/officeDocument/2006/relationships" id="257" r:id="Rb3f273e1e16d4293"/>
    <p:sldId xmlns:r="http://schemas.openxmlformats.org/officeDocument/2006/relationships" id="258" r:id="Rf76bd72a8df74929"/>
    <p:sldId xmlns:r="http://schemas.openxmlformats.org/officeDocument/2006/relationships" id="259" r:id="Rad42046744ac4097"/>
    <p:sldId xmlns:r="http://schemas.openxmlformats.org/officeDocument/2006/relationships" id="260" r:id="R8cdab9fe9415443c"/>
    <p:sldId xmlns:r="http://schemas.openxmlformats.org/officeDocument/2006/relationships" id="261" r:id="Rde71303e63eb472d"/>
    <p:sldId xmlns:r="http://schemas.openxmlformats.org/officeDocument/2006/relationships" id="262" r:id="R8e9a54c6fe754fe5"/>
    <p:sldId xmlns:r="http://schemas.openxmlformats.org/officeDocument/2006/relationships" id="263" r:id="R28caa644d64141f4"/>
    <p:sldId xmlns:r="http://schemas.openxmlformats.org/officeDocument/2006/relationships" id="264" r:id="Rde2a07e9cae7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ca001d48094b78" /><Relationship Type="http://schemas.openxmlformats.org/officeDocument/2006/relationships/slideMaster" Target="/ppt/slideMasters/slideMaster1.xml" Id="Rd30070b59d4d452f" /><Relationship Type="http://schemas.openxmlformats.org/officeDocument/2006/relationships/notesMaster" Target="/ppt/notesMasters/notesMaster1.xml" Id="R0b1b4cc8f833443d" /><Relationship Type="http://schemas.openxmlformats.org/officeDocument/2006/relationships/presProps" Target="/ppt/presProps.xml" Id="Re6baebef37a443a4" /><Relationship Type="http://schemas.openxmlformats.org/officeDocument/2006/relationships/tableStyles" Target="/ppt/tableStyles.xml" Id="Rcf67deef2b6448a3" /><Relationship Type="http://schemas.openxmlformats.org/officeDocument/2006/relationships/slide" Target="/ppt/slides/slide1.xml" Id="R61a053d8faa84e21" /><Relationship Type="http://schemas.openxmlformats.org/officeDocument/2006/relationships/slide" Target="/ppt/slides/slide2.xml" Id="Rb3f273e1e16d4293" /><Relationship Type="http://schemas.openxmlformats.org/officeDocument/2006/relationships/slide" Target="/ppt/slides/slide3.xml" Id="Rf76bd72a8df74929" /><Relationship Type="http://schemas.openxmlformats.org/officeDocument/2006/relationships/slide" Target="/ppt/slides/slide4.xml" Id="Rad42046744ac4097" /><Relationship Type="http://schemas.openxmlformats.org/officeDocument/2006/relationships/slide" Target="/ppt/slides/slide5.xml" Id="R8cdab9fe9415443c" /><Relationship Type="http://schemas.openxmlformats.org/officeDocument/2006/relationships/slide" Target="/ppt/slides/slide6.xml" Id="Rde71303e63eb472d" /><Relationship Type="http://schemas.openxmlformats.org/officeDocument/2006/relationships/slide" Target="/ppt/slides/slide7.xml" Id="R8e9a54c6fe754fe5" /><Relationship Type="http://schemas.openxmlformats.org/officeDocument/2006/relationships/slide" Target="/ppt/slides/slide8.xml" Id="R28caa644d64141f4" /><Relationship Type="http://schemas.openxmlformats.org/officeDocument/2006/relationships/slide" Target="/ppt/slides/slide9.xml" Id="Rde2a07e9cae7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bd18b7011e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ddea5554f4d13" /><Relationship Type="http://schemas.openxmlformats.org/officeDocument/2006/relationships/notesMaster" Target="/ppt/notesMasters/notesMaster1.xml" Id="R5960ffdc0bc3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381744a3d7477d" /><Relationship Type="http://schemas.openxmlformats.org/officeDocument/2006/relationships/notesMaster" Target="/ppt/notesMasters/notesMaster1.xml" Id="Rcffbaba2b33943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820555f4947c0" /><Relationship Type="http://schemas.openxmlformats.org/officeDocument/2006/relationships/notesMaster" Target="/ppt/notesMasters/notesMaster1.xml" Id="Ref76d667db4848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036ded68bd4192" /><Relationship Type="http://schemas.openxmlformats.org/officeDocument/2006/relationships/notesMaster" Target="/ppt/notesMasters/notesMaster1.xml" Id="Rb36839edd745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1f11b4390d40ca" /><Relationship Type="http://schemas.openxmlformats.org/officeDocument/2006/relationships/notesMaster" Target="/ppt/notesMasters/notesMaster1.xml" Id="R58eb8b6d65fc46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5f6efc501488c" /><Relationship Type="http://schemas.openxmlformats.org/officeDocument/2006/relationships/notesMaster" Target="/ppt/notesMasters/notesMaster1.xml" Id="R0a70741831a747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c40f1aaad54c1b" /><Relationship Type="http://schemas.openxmlformats.org/officeDocument/2006/relationships/notesMaster" Target="/ppt/notesMasters/notesMaster1.xml" Id="R347c743d942f4d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19c685a67047ec" /><Relationship Type="http://schemas.openxmlformats.org/officeDocument/2006/relationships/notesMaster" Target="/ppt/notesMasters/notesMaster1.xml" Id="R57767fc3a3e349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418d3b1e8144df" /><Relationship Type="http://schemas.openxmlformats.org/officeDocument/2006/relationships/notesMaster" Target="/ppt/notesMasters/notesMaster1.xml" Id="Re10a6290c53a44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and its scope. Fill the student details before submitting. Explain that this is an educational prototype using fictional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stage extends the same project flow with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each layer, then trace one form submit through the server into MySQL.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each table and show how the app organizes donor details, stock quantities and request statuses. The project schema stores blood groups as ENUM values rather than a separate lookup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only features implemented in the project. If asked to demo, use fictional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basic application safeguards while making the project boundary clear. Do not imply clinical approval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checklist to explain setup and run a short demonstration on a machine with Apache, PHP and MySQL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by summarizing the database-backed extension and the final assessment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and demonstrate the dynamic project if the local PHP and MySQL setup is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65254325247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6879ec4ae43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dbc8680fd41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ca278ae0947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ccea415994f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88611895ab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612134-C496-4112-A199-75B765856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256713-3A48-46E0-95F7-5A826D1322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78A950-CD7F-469F-8259-AC0C6E754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DD918F-B005-4288-BAA5-43DF97E1E1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800FB4-2441-4628-B601-A9A22FD86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8D682A-0648-4132-82B7-4B8C72429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02E0F-2817-4876-B7CB-7B13BD5259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A5B8CC-18B4-400F-810A-EA4D00DB8D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9A10D2-C88B-464E-8BFC-610C1F2F4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F9D324-3F10-4A24-A984-CF36C88C13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a7bcb907b94726" /><Relationship Type="http://schemas.openxmlformats.org/officeDocument/2006/relationships/slideLayout" Target="/ppt/slideLayouts/slideLayout1.xml" Id="R007ed2fa9bc14412" /><Relationship Type="http://schemas.openxmlformats.org/officeDocument/2006/relationships/slideLayout" Target="/ppt/slideLayouts/slideLayout2.xml" Id="R22e266db8f1e4d82" /><Relationship Type="http://schemas.openxmlformats.org/officeDocument/2006/relationships/slideLayout" Target="/ppt/slideLayouts/slideLayout3.xml" Id="Rb34b385b813e48a6" /><Relationship Type="http://schemas.openxmlformats.org/officeDocument/2006/relationships/slideLayout" Target="/ppt/slideLayouts/slideLayout4.xml" Id="Rd66f0405dfcd4763" /><Relationship Type="http://schemas.openxmlformats.org/officeDocument/2006/relationships/slideLayout" Target="/ppt/slideLayouts/slideLayout5.xml" Id="Rb50c2b4bc49842e2" /><Relationship Type="http://schemas.openxmlformats.org/officeDocument/2006/relationships/slideLayout" Target="/ppt/slideLayouts/slideLayout6.xml" Id="R6bb9a098058d43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ed2fa9bc14412"/>
    <p:sldLayoutId xmlns:r="http://schemas.openxmlformats.org/officeDocument/2006/relationships" id="2147483650" r:id="R22e266db8f1e4d82"/>
    <p:sldLayoutId xmlns:r="http://schemas.openxmlformats.org/officeDocument/2006/relationships" id="2147483651" r:id="Rb34b385b813e48a6"/>
    <p:sldLayoutId xmlns:r="http://schemas.openxmlformats.org/officeDocument/2006/relationships" id="2147483652" r:id="Rd66f0405dfcd4763"/>
    <p:sldLayoutId xmlns:r="http://schemas.openxmlformats.org/officeDocument/2006/relationships" id="2147483653" r:id="Rb50c2b4bc49842e2"/>
    <p:sldLayoutId xmlns:r="http://schemas.openxmlformats.org/officeDocument/2006/relationships" id="2147483654" r:id="R6bb9a098058d43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cfb34c43549b2" /><Relationship Type="http://schemas.openxmlformats.org/officeDocument/2006/relationships/notesSlide" Target="/ppt/notesSlides/notesSlide1.xml" Id="Rf912481c9727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335358c954529" /><Relationship Type="http://schemas.openxmlformats.org/officeDocument/2006/relationships/notesSlide" Target="/ppt/notesSlides/notesSlide2.xml" Id="R12719ac23e06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748644e54547e3" /><Relationship Type="http://schemas.openxmlformats.org/officeDocument/2006/relationships/notesSlide" Target="/ppt/notesSlides/notesSlide3.xml" Id="R7e86a35cb6bb41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bbc93dc8a4c72" /><Relationship Type="http://schemas.openxmlformats.org/officeDocument/2006/relationships/notesSlide" Target="/ppt/notesSlides/notesSlide4.xml" Id="R161e1ad37261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80db31cb2410a" /><Relationship Type="http://schemas.openxmlformats.org/officeDocument/2006/relationships/notesSlide" Target="/ppt/notesSlides/notesSlide5.xml" Id="R7971e7133b2d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5bb50419b4a28" /><Relationship Type="http://schemas.openxmlformats.org/officeDocument/2006/relationships/notesSlide" Target="/ppt/notesSlides/notesSlide6.xml" Id="Re75c4998dd3849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0fe4f2d754df3" /><Relationship Type="http://schemas.openxmlformats.org/officeDocument/2006/relationships/notesSlide" Target="/ppt/notesSlides/notesSlide7.xml" Id="R1fb31e4161ed46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1de7504174cf1" /><Relationship Type="http://schemas.openxmlformats.org/officeDocument/2006/relationships/notesSlide" Target="/ppt/notesSlides/notesSlide8.xml" Id="Rdb4eef3d56de44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3d9561f0549a3" /><Relationship Type="http://schemas.openxmlformats.org/officeDocument/2006/relationships/notesSlide" Target="/ppt/notesSlides/notesSlide9.xml" Id="R0f5a5cc430ad4b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9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3B050-8C50-4A11-8EF5-FD0B5317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A0318-900B-4C5D-8E85-41B4570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485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58D61-2BA5-444B-8461-5B6BD92F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STAGE 2 · DYNAMIC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7D21-9C95-418F-9C91-397F5CA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BC6CD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BBC6CD"/>
                </a:solidFill>
              </a:defRPr>
            </a:pPr>
            <a:r>
              <a:rPr sz="1050" b="1">
                <a:solidFill>
                  <a:srgbClr val="BBC6CD"/>
                </a:solidFill>
              </a:rPr>
              <a:t>WEB TECHNOLOGY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170E2-28FB-40F9-BA9F-DC79C1E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Blood Bank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Donor &amp; Stock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632B5-0EEC-4187-B9D8-B09AB65A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2D9DE"/>
                </a:solidFill>
              </a:defRPr>
            </a:pPr>
            <a:r>
              <a:rPr sz="1650" b="0">
                <a:solidFill>
                  <a:srgbClr val="D2D9DE"/>
                </a:solidFill>
              </a:rPr>
              <a:t>A PHP and MySQL extension with persistent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B69B5-3D43-4C26-BC65-31C7783B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429000" cy="4267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63744"/>
          </a:solidFill>
          <a:ln xmlns:a="http://schemas.openxmlformats.org/drawingml/2006/main" w="9525">
            <a:solidFill>
              <a:srgbClr val="41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9816B-0A4D-49AC-907B-B857E7E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FC2C7"/>
                </a:solidFill>
              </a:defRPr>
            </a:pPr>
            <a:r>
              <a:rPr sz="975" b="1">
                <a:solidFill>
                  <a:srgbClr val="AFC2C7"/>
                </a:solidFill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F5118-EBC3-4C61-B728-C7986C35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small web system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for a clear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23F37-DDB1-495F-A691-058819E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B0AEE-E713-4363-9ED8-1727F23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1A220-9D6E-4260-9392-9DB3EF4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D476B-CAC2-42D4-B36D-FE336AE4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REGISTER 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6A124-B578-4A93-97F9-1885E285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62425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[Your register number]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0B69F-8C60-4B9D-B9AC-7AC48FB1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9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CLASS / COLLEGE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F9034-DCCA-4066-9BFB-4C49DEA2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387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[Fill before submission]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6D2C2-7C06-4E06-BD7E-85D6C2C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2D9DE"/>
                </a:solidFill>
              </a:defRPr>
            </a:pPr>
            <a:r>
              <a:rPr sz="1050" b="1">
                <a:solidFill>
                  <a:srgbClr val="D2D9DE"/>
                </a:solidFill>
              </a:rPr>
              <a:t>LWP REVIEW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25A6E-9613-4DBE-BDA1-6A5CA7DC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AAB8C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AB8C0"/>
                </a:solidFill>
              </a:defRPr>
            </a:pPr>
            <a:r>
              <a:rPr sz="900" b="0">
                <a:solidFill>
                  <a:srgbClr val="AAB8C0"/>
                </a:solidFill>
              </a:rPr>
              <a:t>Educational demo · fictional records only</a:t>
            </a:r>
          </a:p>
        </p:txBody>
      </p:sp>
    </p:spTree>
    <p:extLst>
      <p:ext uri="{BB962C8B-B14F-4D97-AF65-F5344CB8AC3E}">
        <p14:creationId xmlns:p14="http://schemas.microsoft.com/office/powerpoint/2010/main" val="1356354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69B0F-AC75-4499-894E-42542A2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01 · THE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93D91-DC27-402D-BD3A-87BD69E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From prototype to data-backed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807E-9638-4776-9D83-AB250EE3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93832-D49F-4D49-8740-35EB7B2F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4D635-FE9F-4D41-AE35-87A75680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D665B-20A8-460C-97BB-C80C2174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85775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65BBA-0990-4E23-B587-3F8416B4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0165D-1CC2-4351-94DE-1BC809A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STAGE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F65D0-C19A-4957-90E1-354B780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</a:defRPr>
            </a:pPr>
            <a:r>
              <a:rPr sz="1875" b="1">
                <a:solidFill>
                  <a:srgbClr val="17212B"/>
                </a:solidFill>
              </a:rPr>
              <a:t>Static pages and temporary browser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5D505-B719-4F48-AECF-EFF3B7BD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50DE6-B838-472A-A6D9-3DBD964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Great for demonstrating layout.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D2591-27F0-4E1C-89DE-4B4A0EDC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3BA49-78C4-44CB-B364-B97B2330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No database-backed persistence.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317FE-C686-48F8-8E60-C1B10B7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464AE-0CD6-4FE5-AC02-5D68FA5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Temporary entries disappear on reload.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C96AE-5949-46A7-A7FF-8D2DA7E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81150"/>
            <a:ext cx="56769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F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CF59C-D90F-43DF-8EE7-DF91E2A3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B3BAD-476D-4AC0-B31B-D7A6F856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STAGE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1CBAC-A922-4726-900B-C89A2FA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241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PHP routes and MySQL 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03F1B-BDF8-4469-BA98-1F2A3426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80F04-6617-4979-B4DF-EEE5E47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861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Records are stored in relational tables.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B2078-90D6-4FC1-AA89-1130264E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47AC5-ABDE-43FF-87D5-D4D74A3B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Form actions are validated on the server.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37BEE-123C-4173-AD2C-262A01A0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DE738-83FC-41CF-86E1-75E8C3C0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Saved data can be listed and updated.</a:t>
            </a:r>
          </a:p>
        </p:txBody>
      </p:sp>
    </p:spTree>
    <p:extLst>
      <p:ext uri="{BB962C8B-B14F-4D97-AF65-F5344CB8AC3E}">
        <p14:creationId xmlns:p14="http://schemas.microsoft.com/office/powerpoint/2010/main" val="492237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E6466-AEA0-43F6-A7FB-FC27879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02 · REQUEST TO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1C7BC-EE76-4DBB-9C3F-5E551125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8071F-DC91-421A-AD8F-2585189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09CA-C85C-498C-9479-8253A15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810B8-2038-44B9-B77E-D1B574F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FB13A-1A20-49FC-A6E2-D0C17C51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2385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F5831-5856-4AF7-A9BA-84511E67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E5C13-EA61-499C-96B0-4AD79374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2D646-D33A-4018-8A61-39DC631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Browser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7A183-822F-4FCA-A9CD-450144F0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6727D"/>
                </a:solidFill>
              </a:defRPr>
            </a:pPr>
            <a:r>
              <a:rPr sz="1125" b="1">
                <a:solidFill>
                  <a:srgbClr val="66727D"/>
                </a:solidFill>
              </a:rPr>
              <a:t>HTML · CSS · JavaScript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6FD02-3A8D-43A8-AFD0-8D16D18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Forms and responsive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1F53F-7BA1-4BF5-A043-18D5497D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19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C73C4A"/>
                </a:solidFill>
              </a:defRPr>
            </a:pPr>
            <a:r>
              <a:rPr sz="1875" b="1">
                <a:solidFill>
                  <a:srgbClr val="C73C4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7A837-170A-43DC-B43E-03FB863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2385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F1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6265C-0935-456D-A65E-AB98A1BE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A0D27-9794-449A-87E2-8EB6F67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BCD03-626B-4406-9C1C-CD0D84E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PHP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9BF88-E9BC-4013-A2B9-DDFCDF8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87D78"/>
                </a:solidFill>
              </a:defRPr>
            </a:pPr>
            <a:r>
              <a:rPr sz="1125" b="1">
                <a:solidFill>
                  <a:srgbClr val="287D78"/>
                </a:solidFill>
              </a:rPr>
              <a:t>Pages · validation ·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CCF72-15C8-4DAF-AEE2-4532963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Handle actions and prepare queries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D4D51-A460-4D61-A6CB-3EA0E0A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19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C73C4A"/>
                </a:solidFill>
              </a:defRPr>
            </a:pPr>
            <a:r>
              <a:rPr sz="1875" b="1">
                <a:solidFill>
                  <a:srgbClr val="C73C4A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F16AE-8086-43A7-9A85-06CD99F0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2385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5DF4A-C42E-4B25-B9BE-14FB862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9DDAE-A8E3-48D3-9801-31C644B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CA3C8-3CA8-4E8C-A0D1-60C7B37A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MySQL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1424EF-9352-4E26-AC66-92F09581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66727D"/>
                </a:solidFill>
              </a:defRPr>
            </a:pPr>
            <a:r>
              <a:rPr sz="1125" b="1">
                <a:solidFill>
                  <a:srgbClr val="66727D"/>
                </a:solidFill>
              </a:rPr>
              <a:t>Donors · stock ·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5C250-A7AE-4231-BB60-59E5E91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Persist project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E1019-266F-49C5-A167-086DB4C8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706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83C35-C6A1-45B4-AD2D-1BC855B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FORM SUBMIT  →  SERVER VALIDATION  →  PREPARED SQL  →  SAVED RECORD</a:t>
            </a:r>
          </a:p>
        </p:txBody>
      </p:sp>
    </p:spTree>
    <p:extLst>
      <p:ext uri="{BB962C8B-B14F-4D97-AF65-F5344CB8AC3E}">
        <p14:creationId xmlns:p14="http://schemas.microsoft.com/office/powerpoint/2010/main" val="51328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D624D8-D2B2-4A30-815B-EA5FBB73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03 · MYSQL TABLES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BF808-DFF2-44BE-8AD6-DD7FA1F7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Database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B7B0-BF2A-4239-8FFC-F40CD61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4C0CC-A7CC-44D9-8800-181CCF36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7EC9B-0904-4DB8-9401-672418E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19F66-5D3B-4B7D-A8F8-7711E702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4C219-F1A7-41AA-B3E0-AFC8E757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1C95B-FC66-4C09-B24E-2A109FF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donors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D41BD-E7E5-4880-87C5-3DED3018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id · name · blood_group</a:t>
            </a:r>
          </a:p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phone · city · last_donation_date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974AE-8B8F-49B9-B536-441FCAFC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Donor directory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ADD09-4CA6-4CFF-8375-8804D32C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18F9A-3C74-488B-A8E3-04648BF4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A5F36-011D-4D17-9938-30EE9784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blood_stock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0C059-8C2A-4674-9F1E-229B489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blood_group · units</a:t>
            </a:r>
          </a:p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low_stock_threshold · updated_at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17CA3-AB6F-4F66-A169-9AD176A8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One row per blood group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89AB7-1567-48C7-82C7-F3AE2CF6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58DC0-D674-4A9D-8E9A-4916593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23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D2EE2-C13F-439C-BB1C-497F63B1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blood_requests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C6EEA-6DA8-4900-98AE-7FDC735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id · requester_name · blood_group</a:t>
            </a:r>
          </a:p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units · organization ·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7E503-CEA9-4B9F-8FFC-09D9BB6E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Request tracking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FE882-DED9-40C9-8B0D-1C6BF6F1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706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2B083B-285B-4E07-B1DD-8304FB10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017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Relationships are kept simple for this lab project: requests and donor records use blood-group values; stock has one row for each group.</a:t>
            </a:r>
          </a:p>
        </p:txBody>
      </p:sp>
    </p:spTree>
    <p:extLst>
      <p:ext uri="{BB962C8B-B14F-4D97-AF65-F5344CB8AC3E}">
        <p14:creationId xmlns:p14="http://schemas.microsoft.com/office/powerpoint/2010/main" val="517081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B63B7-AA39-4005-8ABC-A69E3310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04 · DYNAMIC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DD8C7-3CFB-4D96-A291-34040E1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What the app can manage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D33AC-FCD4-471D-9051-59E7A90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4077E-4501-490C-97AB-E1CCDD0D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EF9B-5D31-478D-9E55-3CAE249D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DC14B-F18A-48F0-B4B5-FBA8514D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00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EEEB9-7198-4BE6-9223-5EFCF281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D61B3-9EB0-4EF3-9B6A-BBC41D6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E3DCE-2765-41ED-A995-0C680DC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Donors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8A52D-EE30-49FD-8452-668917AB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Create, edit, search and delete donor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FE676-47DF-4688-94CF-B172F342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200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7DFFF-BD9A-4DE2-A93D-9D911E07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192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2E7B4-1834-4E38-A58B-7476C92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288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527F8-9199-40A1-AC0F-5D36B63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3CE85-45EA-4C8C-81FE-83A0818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View units and low-stock thresholds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0154C-F6A3-4577-9B7F-734BE232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200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65FB6-8495-438F-BDEC-48D7ABE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6F711-F201-45BD-9BEA-216A127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CE2F6-C935-4C33-8B67-E6E2144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1F132-FD69-4467-8B37-5004B534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Record requests and change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D5B0A-C7DE-4237-8D85-A23B72D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52006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F006A-87B4-401E-9E93-5A5ECEED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86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BC9B6-B7B2-4D61-92B9-70DCED3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957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FF06B-1D7D-4A33-8880-12C27F5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BB91A-E557-493B-A8CA-94435AB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3981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Summaries based on saved records</a:t>
            </a:r>
          </a:p>
        </p:txBody>
      </p:sp>
    </p:spTree>
    <p:extLst>
      <p:ext uri="{BB962C8B-B14F-4D97-AF65-F5344CB8AC3E}">
        <p14:creationId xmlns:p14="http://schemas.microsoft.com/office/powerpoint/2010/main" val="36306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7282B3-062E-4BB5-AB6A-5B9E5A6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05 · VALIDATION &amp;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2B34A-3F3B-4E34-80CE-6288CC9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Data safety in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1FE3E-5069-448B-BDFF-0E32E9F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524FD-7505-4C0B-A599-C6EA71E4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A58E9-27EF-4D6F-92FA-C22133D8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CD404-7C06-4B7E-B02C-477E708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054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9BEEC-3085-4390-A5B4-31617056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SERVER-SIDE GUARDS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FE4E3-4563-49BB-B576-48F6640E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F4334-8102-4897-85AF-A12FE298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Prepared PDO statements bind submitted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E76B2-05AE-4B67-A977-B986085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4ABCB-45A8-40EC-A77C-05002F3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Input validation checks required fields and ranges.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3543E-4BCE-4A0D-A3DB-D7063FE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8DE1F-A462-4FE8-8098-AE42683E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CSRF tokens protect form submissions.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599ED-2D3E-4E6D-AB91-6D1B74F6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B761D-5FBF-4BC2-80C6-51127AC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4076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Output is escaped before it is rendered.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7CA76-7C1F-4181-B577-6799E5D2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4102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D5F90-E360-4419-8E53-A745FF6F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FC2C7"/>
                </a:solidFill>
              </a:defRPr>
            </a:pPr>
            <a:r>
              <a:rPr sz="975" b="1">
                <a:solidFill>
                  <a:srgbClr val="AFC2C7"/>
                </a:solidFill>
              </a:rPr>
              <a:t>PROJECT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6794D-77AB-4364-8217-F9115E3F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This is a lab demonstration, not a production medical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1D566F-B3D0-4732-9D36-8C6F568B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57DDB-C25F-45A2-9536-D50CAA9F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267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Use fictional records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098E9D-6885-4B21-9E1D-6A4D3948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D9AE4-A660-434A-8ED1-9429F041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267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No real patient or donor information.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7692D-CC25-402A-A28B-D74AF7A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626D0-B208-4940-9ECC-F731AF7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81500"/>
            <a:ext cx="4267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No medical decision or eligibility logic.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96FD6-0B5F-4E60-A4E4-04EEA090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234E6-DFF9-4460-B2E9-149D581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4267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Local deployment needs PHP + MySQL.</a:t>
            </a:r>
          </a:p>
        </p:txBody>
      </p:sp>
    </p:spTree>
    <p:extLst>
      <p:ext uri="{BB962C8B-B14F-4D97-AF65-F5344CB8AC3E}">
        <p14:creationId xmlns:p14="http://schemas.microsoft.com/office/powerpoint/2010/main" val="1516845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AD333-1C4D-47EF-B0B4-8ADFBA4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06 · HOW TO PRESENT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B395-8E44-4AB4-A2D1-AD7ED21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Setup and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6A895-9FF1-484B-9D7D-13FAF4A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761AB-90F0-4247-BFDD-019384C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DCA71-7DB3-440B-8621-8C0244F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C6609-9BDF-4706-97D3-C5262384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572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CBA2A-88C3-4F63-8D9D-4C00086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LOCAL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C3013-7EFD-4530-9473-38268713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8B0BE-2E8D-456A-B1DA-694C19B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Start Apache and MySQL in XAMPP.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100C7-B4B1-40B8-8B35-0CF3F62E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EA702-0848-4053-B064-DCFB429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Import the project SQL file in phpMyAdmin.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92053-F105-4105-A420-DACC8C41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39936-05E8-4A71-A4C8-44A63FA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Check database credentials in config.php.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11E81-1F9D-42B1-B74A-9FCBF40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8811C-B682-4D24-BFBE-9B292FB4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Open the dynamic folder through localhost.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8D624-C913-47E3-B78E-6C0B1FE2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0200"/>
            <a:ext cx="3962400" cy="40005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2F502-F1BB-49AA-822E-CC24A4E0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1190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ADD87-2276-4448-BC07-83F81FB3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DEMO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E8443-3A51-4588-B8B1-56A148DB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Dashboard → Donors → Stock →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0FD13-7BCF-4CC5-A2B0-3179126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95650"/>
            <a:ext cx="323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Add a clearly fictional record, refresh the list, then update a request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6A108-16EF-4EDF-BB30-837E99E8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01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C73C4A"/>
                </a:solidFill>
              </a:defRPr>
            </a:pPr>
            <a:r>
              <a:rPr sz="1125" b="1">
                <a:solidFill>
                  <a:srgbClr val="C73C4A"/>
                </a:solidFill>
              </a:rPr>
              <a:t>Keep real personal data out of the demo.</a:t>
            </a:r>
          </a:p>
        </p:txBody>
      </p:sp>
    </p:spTree>
    <p:extLst>
      <p:ext uri="{BB962C8B-B14F-4D97-AF65-F5344CB8AC3E}">
        <p14:creationId xmlns:p14="http://schemas.microsoft.com/office/powerpoint/2010/main" val="1155465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BF580-04FB-4DAD-BAC5-EC2ED16A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07 · REVIEW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E10C-90D3-46BE-85F8-A1381BD9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Dynamic build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16FBE-CF2B-42DC-B5C6-4659CFAA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BCBCB-BF8A-4995-8CA0-3651002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F581B-9060-4CCF-82D2-95E46E0A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5E2E6-3510-41D8-87FB-FF8F0D8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7627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F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39CFF-53E4-44AA-9854-9AAB0389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7D78"/>
                </a:solidFill>
              </a:defRPr>
            </a:pPr>
            <a:r>
              <a:rPr sz="1050" b="1">
                <a:solidFill>
                  <a:srgbClr val="287D78"/>
                </a:solidFill>
              </a:rPr>
              <a:t>WHAT STAGE 2 ADDS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EE4E0-3CE3-41A2-A066-15610CCE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670DF-E823-4B11-8624-6D29E56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PHP handles create, update and delete 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1F9BE-AAD3-46ED-A2C5-E5A04DC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200E2-A1CC-4E74-BEAE-4380AC9A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MySQL keeps donor, inventory and request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6F51A-C8EB-4C5A-8FD9-32E2B79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29782-B15D-4C07-8EDD-7FD78E0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Validation and safe output handling are server-side.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79C14-80A3-440F-B2B7-383FCD8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0200"/>
            <a:ext cx="3733800" cy="40005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AF394-AE7D-4275-A5D2-95940FB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FCD9D-ABAD-46EE-A38B-F535C794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NEXT · FINAL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045B5-4005-4FBF-922B-29908DB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06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Project report, full walkthrough and viva.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B87B1-7FD9-4F23-9111-D97DA8C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7D78"/>
                </a:solidFill>
              </a:defRPr>
            </a:pPr>
            <a:r>
              <a:rPr sz="1050" b="1">
                <a:solidFill>
                  <a:srgbClr val="287D78"/>
                </a:solidFill>
              </a:rPr>
              <a:t>Current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2CA9D-6083-4189-9D85-DEC7914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Educational project using sample data; not for real service.</a:t>
            </a:r>
          </a:p>
        </p:txBody>
      </p:sp>
    </p:spTree>
    <p:extLst>
      <p:ext uri="{BB962C8B-B14F-4D97-AF65-F5344CB8AC3E}">
        <p14:creationId xmlns:p14="http://schemas.microsoft.com/office/powerpoint/2010/main" val="9117771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C607E-D647-4F59-BD38-C4FBF8E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08 · PRESENTATION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11927-34E3-4FC2-8D9A-2547E92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Questions &amp; live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DDFDC-7FFC-40B9-9D48-2E064C34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3B8CA-89F9-41B3-BEC5-FDEDC5F2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B62C5-F428-4CBF-B3F2-3DA247F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C3375-6536-4A9F-BC99-4963353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55AF3-8A9C-43DE-BD84-D5D70010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9EC0A-D1CE-4801-902A-30262E1A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B7E2DB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7E2DB"/>
                </a:solidFill>
              </a:defRPr>
            </a:pPr>
            <a:r>
              <a:rPr sz="2325" b="1">
                <a:solidFill>
                  <a:srgbClr val="B7E2DB"/>
                </a:solidFill>
              </a:rPr>
              <a:t>Questions?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2CC70-F639-4583-AD31-7CD2CE3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E2C84-90AA-4386-9995-04FA8E3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Show a saved donor record, the stock overview and a request status update.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3B948-0924-462E-8118-7E75949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0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20BF2-58BA-47AC-BB92-BFE4B2EF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PHP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19B26-23EF-4E33-BAAB-2062F65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90750"/>
            <a:ext cx="781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56F46-66D0-44AF-8243-95644418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098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PDO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38761-E27B-4CD8-B43B-AF88E6A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952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5FEA1-6E84-48BE-AEDC-93622627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8A6420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8A6420"/>
                </a:solidFill>
              </a:defRPr>
            </a:pPr>
            <a:r>
              <a:rPr sz="975" b="1">
                <a:solidFill>
                  <a:srgbClr val="8A6420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20FE0-E990-4878-A8F3-56999A65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BBC6C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BBC6CD"/>
                </a:solidFill>
              </a:defRPr>
            </a:pPr>
            <a:r>
              <a:rPr sz="1125" b="0">
                <a:solidFill>
                  <a:srgbClr val="BBC6CD"/>
                </a:solidFill>
              </a:rPr>
              <a:t>Educational demo · sample data only</a:t>
            </a:r>
          </a:p>
        </p:txBody>
      </p:sp>
    </p:spTree>
    <p:extLst>
      <p:ext uri="{BB962C8B-B14F-4D97-AF65-F5344CB8AC3E}">
        <p14:creationId xmlns:p14="http://schemas.microsoft.com/office/powerpoint/2010/main" val="2069485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2026-10-09T07:00:55.6910000Z</dcterms:created>
  <dcterms:modified xsi:type="dcterms:W3CDTF">2026-10-09T07:00:55.6910000Z</dcterms:modified>
</coreProperties>
</file>