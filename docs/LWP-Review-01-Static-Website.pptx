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f8317a743846ec" /><Relationship Type="http://schemas.openxmlformats.org/officeDocument/2006/relationships/extended-properties" Target="/docProps/app.xml" Id="R68e84df27687447e" /><Relationship Type="http://schemas.openxmlformats.org/officeDocument/2006/relationships/officeDocument" Target="/ppt/presentation.xml" Id="R26b9f2c044fc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59e59d9e0431a"/>
  </p:sldMasterIdLst>
  <p:notesMasterIdLst>
    <p:notesMasterId xmlns:r="http://schemas.openxmlformats.org/officeDocument/2006/relationships" r:id="Rae70ee8589be4076"/>
  </p:notesMasterIdLst>
  <p:sldIdLst>
    <p:sldId xmlns:r="http://schemas.openxmlformats.org/officeDocument/2006/relationships" id="256" r:id="R67fb69848de749d7"/>
    <p:sldId xmlns:r="http://schemas.openxmlformats.org/officeDocument/2006/relationships" id="257" r:id="Rae71497dbdf5433f"/>
    <p:sldId xmlns:r="http://schemas.openxmlformats.org/officeDocument/2006/relationships" id="258" r:id="Rb023d7241a994f16"/>
    <p:sldId xmlns:r="http://schemas.openxmlformats.org/officeDocument/2006/relationships" id="259" r:id="R7bc09a699f4f42ea"/>
    <p:sldId xmlns:r="http://schemas.openxmlformats.org/officeDocument/2006/relationships" id="260" r:id="R8fc2ffeb33f34e10"/>
    <p:sldId xmlns:r="http://schemas.openxmlformats.org/officeDocument/2006/relationships" id="261" r:id="R9acef5d224684c02"/>
    <p:sldId xmlns:r="http://schemas.openxmlformats.org/officeDocument/2006/relationships" id="262" r:id="R78ee3d98bec84d74"/>
    <p:sldId xmlns:r="http://schemas.openxmlformats.org/officeDocument/2006/relationships" id="263" r:id="R6d9551a3f59b4d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55bf6ef0ac4d3e" /><Relationship Type="http://schemas.openxmlformats.org/officeDocument/2006/relationships/slideMaster" Target="/ppt/slideMasters/slideMaster1.xml" Id="R2bd59e59d9e0431a" /><Relationship Type="http://schemas.openxmlformats.org/officeDocument/2006/relationships/notesMaster" Target="/ppt/notesMasters/notesMaster1.xml" Id="Rae70ee8589be4076" /><Relationship Type="http://schemas.openxmlformats.org/officeDocument/2006/relationships/presProps" Target="/ppt/presProps.xml" Id="Rdd00b7206e574ce1" /><Relationship Type="http://schemas.openxmlformats.org/officeDocument/2006/relationships/tableStyles" Target="/ppt/tableStyles.xml" Id="R8de12632dcad44f0" /><Relationship Type="http://schemas.openxmlformats.org/officeDocument/2006/relationships/slide" Target="/ppt/slides/slide1.xml" Id="R67fb69848de749d7" /><Relationship Type="http://schemas.openxmlformats.org/officeDocument/2006/relationships/slide" Target="/ppt/slides/slide2.xml" Id="Rae71497dbdf5433f" /><Relationship Type="http://schemas.openxmlformats.org/officeDocument/2006/relationships/slide" Target="/ppt/slides/slide3.xml" Id="Rb023d7241a994f16" /><Relationship Type="http://schemas.openxmlformats.org/officeDocument/2006/relationships/slide" Target="/ppt/slides/slide4.xml" Id="R7bc09a699f4f42ea" /><Relationship Type="http://schemas.openxmlformats.org/officeDocument/2006/relationships/slide" Target="/ppt/slides/slide5.xml" Id="R8fc2ffeb33f34e10" /><Relationship Type="http://schemas.openxmlformats.org/officeDocument/2006/relationships/slide" Target="/ppt/slides/slide6.xml" Id="R9acef5d224684c02" /><Relationship Type="http://schemas.openxmlformats.org/officeDocument/2006/relationships/slide" Target="/ppt/slides/slide7.xml" Id="R78ee3d98bec84d74" /><Relationship Type="http://schemas.openxmlformats.org/officeDocument/2006/relationships/slide" Target="/ppt/slides/slide8.xml" Id="R6d9551a3f59b4d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021ecbc2bc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0ee9a5ef94c3a" /><Relationship Type="http://schemas.openxmlformats.org/officeDocument/2006/relationships/notesMaster" Target="/ppt/notesMasters/notesMaster1.xml" Id="R9a84b2409c8546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a173d4bb204d6f" /><Relationship Type="http://schemas.openxmlformats.org/officeDocument/2006/relationships/notesMaster" Target="/ppt/notesMasters/notesMaster1.xml" Id="R4a17942f976240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f6e46a95d4efb" /><Relationship Type="http://schemas.openxmlformats.org/officeDocument/2006/relationships/notesMaster" Target="/ppt/notesMasters/notesMaster1.xml" Id="Re9af8c23729a4a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465f277184d86" /><Relationship Type="http://schemas.openxmlformats.org/officeDocument/2006/relationships/notesMaster" Target="/ppt/notesMasters/notesMaster1.xml" Id="R18833304d2674a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af6c94f3e4d4a" /><Relationship Type="http://schemas.openxmlformats.org/officeDocument/2006/relationships/notesMaster" Target="/ppt/notesMasters/notesMaster1.xml" Id="Rb371279e2578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1c15081e794a6e" /><Relationship Type="http://schemas.openxmlformats.org/officeDocument/2006/relationships/notesMaster" Target="/ppt/notesMasters/notesMaster1.xml" Id="Rbc083651eb5a43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3117a92fb34fc9" /><Relationship Type="http://schemas.openxmlformats.org/officeDocument/2006/relationships/notesMaster" Target="/ppt/notesMasters/notesMaster1.xml" Id="Rcd69246e12e540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2e3742af4e431f" /><Relationship Type="http://schemas.openxmlformats.org/officeDocument/2006/relationships/notesMaster" Target="/ppt/notesMasters/notesMaster1.xml" Id="Rd6b45e41ba13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and its scope. Fill the student details before submitting. Explain that this is an educational prototype using fictional sample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student project based on an operational use case. Avoid claiming it is used by a real blood bank.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main areas, then show the static site in the browser.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explicit: the static build is not a database-backed system. Demonstrate filters and UI actions, and explain temporary browser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point out navigation and explain the purpose of each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visual decisions to readability and quick scanning. This is design rationale, not a usability-study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Review 01 by summarizing what is complete and introducing the dynamic stage. Keep the live demo focused and short.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 and then demonstrate the static application. Explain that all records shown are fictional.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ca0f2e4f740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5c7c2f68d4b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4e9694544472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00c531e3f4b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5e981ed3e40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9fce2b89749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1EC1DE-471A-47C1-8EC0-601CB7FBB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3A8773-65F8-4785-8F13-DDD1BFAD1F6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80F158C-2069-4E2B-A238-99DF9B52B7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48119F-BED4-47FF-94A5-714A68ED7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83B35D-CF9E-4165-BE0E-FD3E2F6844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328B06-F2BF-4F9C-824F-18DBC771B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52AE54-1376-45F8-936B-53B96F1926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A8E379-733F-4622-A5C4-01A232C553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336CFF-E490-43F3-8AB3-9D4EE76B37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B3A3FF-414F-4329-9976-2007D8DE22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6e5a4c760347cd" /><Relationship Type="http://schemas.openxmlformats.org/officeDocument/2006/relationships/slideLayout" Target="/ppt/slideLayouts/slideLayout1.xml" Id="Rdafba75516514bcf" /><Relationship Type="http://schemas.openxmlformats.org/officeDocument/2006/relationships/slideLayout" Target="/ppt/slideLayouts/slideLayout2.xml" Id="R6f431258d9da4483" /><Relationship Type="http://schemas.openxmlformats.org/officeDocument/2006/relationships/slideLayout" Target="/ppt/slideLayouts/slideLayout3.xml" Id="R6793bd4a47a0428d" /><Relationship Type="http://schemas.openxmlformats.org/officeDocument/2006/relationships/slideLayout" Target="/ppt/slideLayouts/slideLayout4.xml" Id="R54c9a0e9215e408e" /><Relationship Type="http://schemas.openxmlformats.org/officeDocument/2006/relationships/slideLayout" Target="/ppt/slideLayouts/slideLayout5.xml" Id="R8882b6d8bb244ae8" /><Relationship Type="http://schemas.openxmlformats.org/officeDocument/2006/relationships/slideLayout" Target="/ppt/slideLayouts/slideLayout6.xml" Id="Rdc48800a3a4d4f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ba75516514bcf"/>
    <p:sldLayoutId xmlns:r="http://schemas.openxmlformats.org/officeDocument/2006/relationships" id="2147483650" r:id="R6f431258d9da4483"/>
    <p:sldLayoutId xmlns:r="http://schemas.openxmlformats.org/officeDocument/2006/relationships" id="2147483651" r:id="R6793bd4a47a0428d"/>
    <p:sldLayoutId xmlns:r="http://schemas.openxmlformats.org/officeDocument/2006/relationships" id="2147483652" r:id="R54c9a0e9215e408e"/>
    <p:sldLayoutId xmlns:r="http://schemas.openxmlformats.org/officeDocument/2006/relationships" id="2147483653" r:id="R8882b6d8bb244ae8"/>
    <p:sldLayoutId xmlns:r="http://schemas.openxmlformats.org/officeDocument/2006/relationships" id="2147483654" r:id="Rdc48800a3a4d4f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9fedeff854c1e" /><Relationship Type="http://schemas.openxmlformats.org/officeDocument/2006/relationships/notesSlide" Target="/ppt/notesSlides/notesSlide1.xml" Id="R2face874d35d40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6d6c1400349d6" /><Relationship Type="http://schemas.openxmlformats.org/officeDocument/2006/relationships/notesSlide" Target="/ppt/notesSlides/notesSlide2.xml" Id="R15d5029014c741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41e9ba02e4d58" /><Relationship Type="http://schemas.openxmlformats.org/officeDocument/2006/relationships/notesSlide" Target="/ppt/notesSlides/notesSlide3.xml" Id="R6e5f2e50bc8d48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92986deda14ab1" /><Relationship Type="http://schemas.openxmlformats.org/officeDocument/2006/relationships/notesSlide" Target="/ppt/notesSlides/notesSlide4.xml" Id="Rbb0c930954814f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ae3de3b6e4b23" /><Relationship Type="http://schemas.openxmlformats.org/officeDocument/2006/relationships/notesSlide" Target="/ppt/notesSlides/notesSlide5.xml" Id="Rb95b90b0c1e742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869ae66d44561" /><Relationship Type="http://schemas.openxmlformats.org/officeDocument/2006/relationships/notesSlide" Target="/ppt/notesSlides/notesSlide6.xml" Id="R435167720d8c4f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54be31935d4082" /><Relationship Type="http://schemas.openxmlformats.org/officeDocument/2006/relationships/notesSlide" Target="/ppt/notesSlides/notesSlide7.xml" Id="R43752c4c03cd4e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6532363434c95" /><Relationship Type="http://schemas.openxmlformats.org/officeDocument/2006/relationships/notesSlide" Target="/ppt/notesSlides/notesSlide8.xml" Id="Rfc9cf5666e1d46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9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625DA-EEBE-46F4-8133-4343DA6C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6434A-0014-4512-9171-F7C80AC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485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746B9-522B-426C-84B2-5A92BAC9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67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STAGE 1 · STATIC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4C3B0-51FB-45CA-935D-90F35F92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BBC6CD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BBC6CD"/>
                </a:solidFill>
              </a:defRPr>
            </a:pPr>
            <a:r>
              <a:rPr sz="1050" b="1">
                <a:solidFill>
                  <a:srgbClr val="BBC6CD"/>
                </a:solidFill>
              </a:rPr>
              <a:t>WEB TECHNOLOGY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B2FA3-0456-40DD-888F-E6047F55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47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Blood Bank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Donor &amp; Stock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0FF70-A978-4538-8632-9C10192F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D2D9DE"/>
                </a:solidFill>
              </a:defRPr>
            </a:pPr>
            <a:r>
              <a:rPr sz="1650" b="0">
                <a:solidFill>
                  <a:srgbClr val="D2D9DE"/>
                </a:solidFill>
              </a:rPr>
              <a:t>A client-side prototype built with HTML, CSS and JavaScript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F74A-E0C8-4E56-9036-B1BDAC11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429000" cy="42672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63744"/>
          </a:solidFill>
          <a:ln xmlns:a="http://schemas.openxmlformats.org/drawingml/2006/main" w="9525">
            <a:solidFill>
              <a:srgbClr val="4151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441D3-CEE2-46F8-A01D-0B189F4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FC2C7"/>
                </a:solidFill>
              </a:defRPr>
            </a:pPr>
            <a:r>
              <a:rPr sz="975" b="1">
                <a:solidFill>
                  <a:srgbClr val="AFC2C7"/>
                </a:solidFill>
              </a:rPr>
              <a:t>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E1893-DB6F-4A6F-B989-472B7018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28800"/>
            <a:ext cx="2724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 small web system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for a clear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0AADF-978C-4905-AB2B-DB744C1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90850"/>
            <a:ext cx="2724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B241E-EAB9-4AE3-88C2-A91CDA96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67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E580-C98D-45B0-B76F-D6A86551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2DE8E-E12A-41A6-8656-16541266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REGISTER NO.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57BC7-DE50-49A2-AFD3-4798EA80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62425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[Your register number]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2FD7C0-E8B4-43A1-8D94-40D021D5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19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FC2C7"/>
                </a:solidFill>
              </a:defRPr>
            </a:pPr>
            <a:r>
              <a:rPr sz="825" b="1">
                <a:solidFill>
                  <a:srgbClr val="AFC2C7"/>
                </a:solidFill>
              </a:rPr>
              <a:t>CLASS / COLLEGE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A2B93-767F-4101-8229-CC099974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38700"/>
            <a:ext cx="2724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[Fill before submission]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51785-72F2-4D8A-AB15-F0F91B3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D2D9DE"/>
                </a:solidFill>
              </a:defRPr>
            </a:pPr>
            <a:r>
              <a:rPr sz="1050" b="1">
                <a:solidFill>
                  <a:srgbClr val="D2D9DE"/>
                </a:solidFill>
              </a:rPr>
              <a:t>LWP REVIEW 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9BB56-E0A6-41DF-8B08-D6849135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57925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0">
                <a:solidFill>
                  <a:srgbClr val="AAB8C0"/>
                </a:solidFill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AB8C0"/>
                </a:solidFill>
              </a:defRPr>
            </a:pPr>
            <a:r>
              <a:rPr sz="900" b="0">
                <a:solidFill>
                  <a:srgbClr val="AAB8C0"/>
                </a:solidFill>
              </a:rPr>
              <a:t>Educational demo · fictional records only</a:t>
            </a:r>
          </a:p>
        </p:txBody>
      </p:sp>
    </p:spTree>
    <p:extLst>
      <p:ext uri="{BB962C8B-B14F-4D97-AF65-F5344CB8AC3E}">
        <p14:creationId xmlns:p14="http://schemas.microsoft.com/office/powerpoint/2010/main" val="1294841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A11EA-8268-441C-A0C4-A896503B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01 · THE USE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BA388-46D0-4FF3-AC92-A62AAAF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Why this project?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C1039-B70A-48B0-A039-A29B7E5D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F2294-448E-4AEB-9530-2EBD877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667C-8719-44CA-995B-AEABCC57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67D7E-3EAD-44DF-B10C-0A310504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06730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128AF-7062-467D-9519-919A8E54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24DC5-CFFC-4F72-9A3C-079E1E05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INDUSTRIAL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BDAB3-727D-4F4A-8205-C6C3B927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419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212B"/>
                </a:solidFill>
              </a:defRPr>
            </a:pPr>
            <a:r>
              <a:rPr sz="2250" b="1">
                <a:solidFill>
                  <a:srgbClr val="17212B"/>
                </a:solidFill>
              </a:rPr>
              <a:t>Blood bank operations need one clear view of stock, donors and incoming requests.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9C618-1E97-46CF-AB03-A7B0E2E2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4305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6727D"/>
                </a:solidFill>
              </a:defRPr>
            </a:pPr>
            <a:r>
              <a:rPr sz="1425" b="0">
                <a:solidFill>
                  <a:srgbClr val="66727D"/>
                </a:solidFill>
              </a:rPr>
              <a:t>This project models that workflow with a simple browser-based management interface.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DAEC9-2117-44EC-93CB-9D94D9FF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542925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EF4DC4-31A0-4726-833D-4404DE1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FC2C7"/>
                </a:solidFill>
              </a:defRPr>
            </a:pPr>
            <a:r>
              <a:rPr sz="975" b="1">
                <a:solidFill>
                  <a:srgbClr val="AFC2C7"/>
                </a:solidFill>
              </a:rPr>
              <a:t>THE PROBLEM TO SOLVE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937D1-06B7-4010-8E6D-595A0801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76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FC655-A7E1-4CC0-B579-00347FDB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2D9DE"/>
                </a:solidFill>
              </a:defRPr>
            </a:pPr>
            <a:r>
              <a:rPr sz="1575" b="0">
                <a:solidFill>
                  <a:srgbClr val="D2D9DE"/>
                </a:solidFill>
              </a:rPr>
              <a:t>Stock levels are easy to miss when tracked separately.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050C6-2739-4153-8D5D-B47A38C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E52D65-5CEF-496C-8AB8-8268E913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2D9DE"/>
                </a:solidFill>
              </a:defRPr>
            </a:pPr>
            <a:r>
              <a:rPr sz="1575" b="0">
                <a:solidFill>
                  <a:srgbClr val="D2D9DE"/>
                </a:solidFill>
              </a:rPr>
              <a:t>Donor details need a searchable directory.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20D73-E981-43D6-8337-7F2E3CFF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AFB6A-066A-481E-887B-41BEA43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391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D2D9DE"/>
                </a:solidFill>
              </a:defRPr>
            </a:pPr>
            <a:r>
              <a:rPr sz="1575" b="0">
                <a:solidFill>
                  <a:srgbClr val="D2D9DE"/>
                </a:solidFill>
              </a:rPr>
              <a:t>Requests need a visible status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4273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AC0A3-DEDE-4381-BB5E-F2DDC12A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02 · STATIC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17C93-1235-4479-AC2E-1083A7B1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The first-stage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A02E5-9901-4DF7-A649-05AAD0D6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AA064-9081-4D4D-9F0A-FD10343C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52587-3FC5-411F-B01D-40A516D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39850-442B-4F84-B4C4-C66D0273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00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B65D9-79D1-4480-8E03-0BC0ECF8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16990-C1D1-4533-9A53-F1009553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04F5C-E81D-498C-9037-FA5B64AE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02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7B44-027F-495C-9552-B5EA885D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At-a-glance summaries and low-stock flags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2EBA-7C6E-472D-9BBD-46E7BAA1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200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DF3DF6-FA40-442D-BEDF-F54C752E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9070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156ED-657F-4C1A-9082-399BF62E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811B4-9B4F-448E-A9F4-0BDB11CA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022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Donors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794E6-8F71-4A5C-9763-89A992A4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Browse, search and add demo donor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F4094-59A3-46BD-8AD1-273E3BD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5200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410BE-20BA-4B1E-8AA0-C1EDEC62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20552-CD22-4B79-BD67-DD7FB53D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F3CCBD-02EF-4A52-ABDF-9A35CE6C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242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Stock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6B6A1-2E31-4A31-964C-A1670801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Eight blood groups with units and thresholds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45147-F3EE-461F-8662-CF29ABE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05200"/>
            <a:ext cx="52006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6BF71-CB0A-42EF-822F-3828AEA4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905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5CFDF-BC1A-4AEF-9476-C2747918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33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2DE17B-3087-403F-AFC1-9F90709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24275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212B"/>
                </a:solidFill>
              </a:defRPr>
            </a:pPr>
            <a:r>
              <a:rPr sz="1800" b="1">
                <a:solidFill>
                  <a:srgbClr val="17212B"/>
                </a:solidFill>
              </a:rPr>
              <a:t>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170FD-5ADD-411A-B47A-4BBFE5B8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468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Capture a request and show its status</a:t>
            </a:r>
          </a:p>
        </p:txBody>
      </p:sp>
    </p:spTree>
    <p:extLst>
      <p:ext uri="{BB962C8B-B14F-4D97-AF65-F5344CB8AC3E}">
        <p14:creationId xmlns:p14="http://schemas.microsoft.com/office/powerpoint/2010/main" val="1586470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DAF39B-CD02-4771-9960-1D0D4F33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03 · CLIENT-SIDE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756C3-C163-4410-B5F7-995EEF98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How the static prototype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E68716-C7DF-4997-8A8D-9F4755B8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25D35-2FDA-476D-9D6F-9820A92A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DFCD1-FF6E-44BB-A6B9-84BEA980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78C5D-7D0E-4465-B625-10E3CA0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9149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43ABD-C706-4483-9620-44F04747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48B9A-5DA0-42A6-A21E-BCC17E26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238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E0AB4-88CE-4F53-A865-C5F3DBB3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HTML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A2F98-F309-4DA8-9406-F7FACF8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7172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Page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C34BC-7D6B-4279-8A8E-E582FCA6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62275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5E76E-A4FC-4B65-9204-E0D097A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238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52AA6-0BDA-4DC8-AA26-8CC70D3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4F56F-791D-46C8-B054-5B7A08CE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Layout &amp; visual style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6C09C-8556-4D6B-BBFA-DEEADE4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D168A-0F4A-4958-A984-87CA297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423862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A00D2-D073-4ED4-B493-817F8463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JavaScript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11B88-1F06-414B-8C00-C7D402E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33875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6727D"/>
                </a:solidFill>
              </a:defRPr>
            </a:pPr>
            <a:r>
              <a:rPr sz="1200" b="0">
                <a:solidFill>
                  <a:srgbClr val="66727D"/>
                </a:solidFill>
              </a:rPr>
              <a:t>Search, filters &amp; demo 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9A8BE-4B99-4BC2-A439-CFF7B8C5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81150"/>
            <a:ext cx="55816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9525">
            <a:solidFill>
              <a:srgbClr val="FB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A42948-EB1D-4DE8-A10C-6EF5CE8D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954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IMPORTANT LIMITATION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10D56-DE7F-4A48-8F3D-EBDE5D16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24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12B"/>
                </a:solidFill>
              </a:defRPr>
            </a:pPr>
            <a:r>
              <a:rPr sz="1950" b="1">
                <a:solidFill>
                  <a:srgbClr val="17212B"/>
                </a:solidFill>
              </a:rPr>
              <a:t>This stage is a front-end prototype.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8CD41-113E-4119-B157-0B674315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86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FB69ED-4438-44CF-8B39-959A733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90850"/>
            <a:ext cx="4438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No PHP or MySQL connection.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A7532-0FCE-408A-9282-4A46644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332D87-E1ED-4532-82F8-2B0EA973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29025"/>
            <a:ext cx="4438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Demo changes live only in the current page session.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FF938-28FF-4D1C-8E60-DE6E7ADE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AD285-E8CE-4F87-8BFB-31350E8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438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Reloading the page resets temporary entries.</a:t>
            </a:r>
          </a:p>
        </p:txBody>
      </p:sp>
    </p:spTree>
    <p:extLst>
      <p:ext uri="{BB962C8B-B14F-4D97-AF65-F5344CB8AC3E}">
        <p14:creationId xmlns:p14="http://schemas.microsoft.com/office/powerpoint/2010/main" val="1361926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384B0F-1439-4336-B943-BD31B640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04 · MAIN SCREENS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BD975-9767-48CD-BE91-9A6D39BD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Interface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C17BA-1EED-4C4F-8D4B-8F4B17AF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A34F6-3E9C-4868-9AA5-47F42E8F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A4A9F-B772-4F65-9FD0-7CF1488C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8751C-CDB6-4F7C-A240-F4D93DEF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476500" cy="32004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7418A-6EDE-425C-898E-FCCBD14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48212-C57E-445B-A6A9-D625AA33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38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HOME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44C6CC-813B-4F72-9F22-0973378D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BFF6F-59FC-47F9-B49A-6E3F29EA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Summary cards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Stock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A0029-FFC1-4B19-8F62-343F077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Orient the 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62E39-9690-4486-8192-B702758F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2476500" cy="32004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B7B842-2DEF-40AD-9F2B-C153B74D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193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B0850-095D-40B2-9E8C-166472D4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DONORS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608D8-501E-49F5-8C1F-EF4772AF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DC728-6CB6-4D55-96AA-B337378C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Searchable list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Add a demo donor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ED4BB-E937-4882-B967-CD21A51E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862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Find a donor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93C68-E33F-4A41-A171-FC08BAB5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476500" cy="32004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F4008-2CB9-4C80-916F-80CF173A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6173F-9027-469C-9B5E-A924CA6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STOCK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BC538-CD9C-4905-9270-20216BF6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71EBF-D6ED-4D40-9B59-99BC7136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Group-wise units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Threshold indicators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B623B-1107-49C2-8A1D-03BB7F7C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Spot low stock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4EFF1-A0F9-4DF2-80E9-DE816644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76500" cy="32004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7C6D2-D40C-431D-941A-5D4D1E69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19300"/>
            <a:ext cx="11049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C3F3F3-2E61-4F45-942C-5502468F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REQUESTS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08C01-8AF8-40D6-90E9-6AB53D3B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71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E0708-177F-43F8-8002-C71CA8D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Request form</a:t>
            </a:r>
          </a:p>
          <a:p xmlns:a="http://schemas.openxmlformats.org/drawingml/2006/main">
            <a:pPr algn="ctr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Status labels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92688A-8C29-49BA-AD7C-01A75601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862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66727D"/>
                </a:solidFill>
              </a:defRPr>
            </a:pPr>
            <a:r>
              <a:rPr sz="1125" b="0">
                <a:solidFill>
                  <a:srgbClr val="66727D"/>
                </a:solidFill>
              </a:rPr>
              <a:t>Track follow-up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990D6-5D4C-41B7-866C-34300087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6727D"/>
                </a:solidFill>
              </a:defRPr>
            </a:pPr>
            <a:r>
              <a:rPr sz="1350" b="0">
                <a:solidFill>
                  <a:srgbClr val="66727D"/>
                </a:solidFill>
              </a:rPr>
              <a:t>The same navigation keeps the four areas easy to reach.</a:t>
            </a:r>
          </a:p>
        </p:txBody>
      </p:sp>
    </p:spTree>
    <p:extLst>
      <p:ext uri="{BB962C8B-B14F-4D97-AF65-F5344CB8AC3E}">
        <p14:creationId xmlns:p14="http://schemas.microsoft.com/office/powerpoint/2010/main" val="2914307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7EFA90-972D-48AB-8287-66B8749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05 · STRUCTURE &amp; USABILITY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98F26-84BB-4B8A-A50C-E2D892C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Design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B3534-34FF-46CF-B11D-34962935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50A35-53F3-4E98-A20A-3E06FA1A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39A69-3197-41F3-9290-E89F0893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80117-6393-44EC-845F-5C9407E6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04825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9EDAE-9B01-41FE-825F-DE2DCCC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VISUAL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5BF46-932A-4603-9CF2-2129AA7F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70064-D906-4378-A9DE-CEC77E4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Deep ink for readable headings.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2A6C5-D890-4A31-B4E5-9BE81CB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0B248-6380-4E6A-941A-5767EE88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99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Warm light backgrounds keep tables calm.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A49A5F-2586-454A-9D29-8CED04E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E2B31-8A25-47DF-A45F-E3F8A6AA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Red marks blood-group and attention cues.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DA3108-8281-4C6C-9D54-D7B7D3D7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C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73BDB-D738-41E2-97B9-2E2773F1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405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Repeated cards and labels make scanning easier.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2E650-2080-4655-A6E9-235AA0ED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00200"/>
            <a:ext cx="546735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9E6FB-3506-4BB5-87DB-FFB8C520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AFC2C7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AFC2C7"/>
                </a:solidFill>
              </a:defRPr>
            </a:pPr>
            <a:r>
              <a:rPr sz="975" b="1">
                <a:solidFill>
                  <a:srgbClr val="AFC2C7"/>
                </a:solidFill>
              </a:rPr>
              <a:t>USABILITY DETAILS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6B3D7-C259-42A5-8973-B9F38A3F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38280-0BEC-4DF6-9260-42C4918B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Clear page titles and action buttons.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18A0E-4081-4A01-B479-59F5968C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483789-3D16-4621-A1E8-9EC48E46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Search boxes narrow visible records.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D3FDF-0982-4706-9EE6-DC600177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9A2F0-25BF-425B-B73E-75F2C91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Empty states explain what to do next.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BAFCC-7FA6-4251-B8F8-C2AFBC3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76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5F955-548E-455E-A341-BC3CCD0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Status badges make request progress visible.</a:t>
            </a:r>
          </a:p>
        </p:txBody>
      </p:sp>
    </p:spTree>
    <p:extLst>
      <p:ext uri="{BB962C8B-B14F-4D97-AF65-F5344CB8AC3E}">
        <p14:creationId xmlns:p14="http://schemas.microsoft.com/office/powerpoint/2010/main" val="20248979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B931C-66A3-42BF-B659-6BC9E6E2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06 · REVIEW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11B58-68EE-47A8-BB28-EEDFDBC9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Static build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3CFC9-90BA-4B49-AF5F-CAB3D744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7630C-CD61-4222-B3F9-CB3433C1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8D5E7-F208-4979-9439-6B510157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6CF48-BD34-4340-B975-3192036C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762750" cy="3962400"/>
          </a:xfrm>
          <a:prstGeom xmlns:a="http://schemas.openxmlformats.org/drawingml/2006/main" prst="roundRect">
            <a:avLst>
              <a:gd name="adj" fmla="val 2885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9525">
            <a:solidFill>
              <a:srgbClr val="E4F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2BA0D-D810-4E87-8C7E-58F0A1D6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87D78"/>
                </a:solidFill>
              </a:defRPr>
            </a:pPr>
            <a:r>
              <a:rPr sz="1050" b="1">
                <a:solidFill>
                  <a:srgbClr val="287D78"/>
                </a:solidFill>
              </a:rPr>
              <a:t>WHAT STAGE 1 DELIVERS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D8FA7-3E50-4958-95D1-9AFAC4D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1878B-C0AA-4661-871C-6AEB4E66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A complete browser-facing project 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C3B47-9564-4EA0-A306-56B03499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8A442-2410-4003-BDE8-8812F34F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HTML, CSS and JavaScript working together.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92B5F-A6DA-4556-AB98-2A4C53A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33488-8422-46A5-AD74-19DD9FFF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69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212B"/>
                </a:solidFill>
              </a:defRPr>
            </a:pPr>
            <a:r>
              <a:rPr sz="1875" b="0">
                <a:solidFill>
                  <a:srgbClr val="17212B"/>
                </a:solidFill>
              </a:rPr>
              <a:t>A clear starting point for database integration.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0DB92-E83A-4987-AC92-96E643F3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81150"/>
            <a:ext cx="3733800" cy="39624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3018D-BB68-4DE2-8D85-D62595CC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47850"/>
            <a:ext cx="119062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69BCF-8554-4657-A117-299719AB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669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NEXT STAGE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65392-33B4-43DD-874C-DAEAD9D8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81250"/>
            <a:ext cx="30670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7212B"/>
                </a:solidFill>
              </a:defRPr>
            </a:pPr>
            <a:r>
              <a:rPr sz="2025" b="1">
                <a:solidFill>
                  <a:srgbClr val="17212B"/>
                </a:solidFill>
              </a:rPr>
              <a:t>Connect the same workflow to PHP and MySQL.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635E6-2D76-4824-B2A5-AD1CE1A2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C73C4A"/>
                </a:solidFill>
              </a:defRPr>
            </a:pPr>
            <a:r>
              <a:rPr sz="1050" b="1">
                <a:solidFill>
                  <a:srgbClr val="C73C4A"/>
                </a:solidFill>
              </a:rPr>
              <a:t>Demo sequence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14E4B-4CBE-4B77-8CAA-6BEB5DF3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6727D"/>
                </a:solidFill>
              </a:defRPr>
            </a:pPr>
            <a:r>
              <a:rPr sz="1275" b="0">
                <a:solidFill>
                  <a:srgbClr val="66727D"/>
                </a:solidFill>
              </a:rPr>
              <a:t>Dashboard → Donors → Stock → Requests</a:t>
            </a:r>
          </a:p>
        </p:txBody>
      </p:sp>
    </p:spTree>
    <p:extLst>
      <p:ext uri="{BB962C8B-B14F-4D97-AF65-F5344CB8AC3E}">
        <p14:creationId xmlns:p14="http://schemas.microsoft.com/office/powerpoint/2010/main" val="1097230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D8609-156C-4484-A4D6-E7E222CA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07 · PRESENTATION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196D4-B77C-4C7A-8CC7-F152753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850" b="1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7212B"/>
                </a:solidFill>
              </a:defRPr>
            </a:pPr>
            <a:r>
              <a:rPr sz="2850" b="1">
                <a:solidFill>
                  <a:srgbClr val="17212B"/>
                </a:solidFill>
              </a:rPr>
              <a:t>Questions &amp; live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FDB84-AFA6-4974-AB60-29ACA8A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E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F35FE-1D02-4B1F-A9AC-11E15F60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1">
                <a:solidFill>
                  <a:srgbClr val="66727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66727D"/>
                </a:solidFill>
              </a:defRPr>
            </a:pPr>
            <a:r>
              <a:rPr sz="825" b="1">
                <a:solidFill>
                  <a:srgbClr val="66727D"/>
                </a:solidFill>
              </a:rPr>
              <a:t>BLOOD BANK DONOR &amp; STOCK MANAGER  ·  LWP REVIEW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93A9C-86CC-4295-B977-DB03B18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r">
              <a:defRPr sz="900" b="1">
                <a:solidFill>
                  <a:srgbClr val="C73C4A"/>
                </a:solidFill>
              </a:defRPr>
            </a:pPr>
            <a:r>
              <a:rPr sz="900" b="1">
                <a:solidFill>
                  <a:srgbClr val="C73C4A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F4C5B-D107-4481-AFCA-9A6F4381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C2935"/>
          </a:solidFill>
          <a:ln xmlns:a="http://schemas.openxmlformats.org/drawingml/2006/main" w="9525">
            <a:solidFill>
              <a:srgbClr val="1C29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947DB-A7D2-486C-A4E9-CEDD646F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822B1-8DFE-4EBD-9D35-E147AB21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F3C9C7"/>
                </a:solidFill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F3C9C7"/>
                </a:solidFill>
              </a:defRPr>
            </a:pPr>
            <a:r>
              <a:rPr sz="2325" b="1">
                <a:solidFill>
                  <a:srgbClr val="F3C9C7"/>
                </a:solidFill>
              </a:rPr>
              <a:t>Questions?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F41AC-4E05-4ECA-95B3-9A400CE8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1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3BB37-8034-481A-A483-BCBB03D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2D9DE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D2D9DE"/>
                </a:solidFill>
              </a:defRPr>
            </a:pPr>
            <a:r>
              <a:rPr sz="1500" b="0">
                <a:solidFill>
                  <a:srgbClr val="D2D9DE"/>
                </a:solidFill>
              </a:rPr>
              <a:t>Open the static page and show the navigation, search, stock indicators and request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321139-1641-4ACC-9C63-1416B703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9144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C4E9D-A796-40A6-A0C9-8C55BFFC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C73C4A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C73C4A"/>
                </a:solidFill>
              </a:defRPr>
            </a:pPr>
            <a:r>
              <a:rPr sz="975" b="1">
                <a:solidFill>
                  <a:srgbClr val="C73C4A"/>
                </a:solidFill>
              </a:rPr>
              <a:t>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3C512-6316-423C-BB3D-045390AB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800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E7372-30D5-4D1D-99EE-21A892EE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87D78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287D78"/>
                </a:solidFill>
              </a:defRPr>
            </a:pPr>
            <a:r>
              <a:rPr sz="975" b="1">
                <a:solidFill>
                  <a:srgbClr val="287D78"/>
                </a:solidFill>
              </a:rPr>
              <a:t>CSS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B8D59-6D0B-4F88-9F7D-B0BD8A97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9075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341BB3-DF63-40A7-991B-B9031777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09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8A6420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8A6420"/>
                </a:solidFill>
              </a:defRPr>
            </a:pPr>
            <a:r>
              <a:rPr sz="975" b="1">
                <a:solidFill>
                  <a:srgbClr val="8A6420"/>
                </a:solidFill>
              </a:rPr>
              <a:t>JAVASCRIPT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1B1F3-2C1A-43EF-895F-F080E8B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337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0">
                <a:solidFill>
                  <a:srgbClr val="BBC6CD"/>
                </a:solidFill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BBC6CD"/>
                </a:solidFill>
              </a:defRPr>
            </a:pPr>
            <a:r>
              <a:rPr sz="1125" b="0">
                <a:solidFill>
                  <a:srgbClr val="BBC6CD"/>
                </a:solidFill>
              </a:rPr>
              <a:t>Educational demo · sample data only</a:t>
            </a:r>
          </a:p>
        </p:txBody>
      </p:sp>
    </p:spTree>
    <p:extLst>
      <p:ext uri="{BB962C8B-B14F-4D97-AF65-F5344CB8AC3E}">
        <p14:creationId xmlns:p14="http://schemas.microsoft.com/office/powerpoint/2010/main" val="1434449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2026-10-09T07:00:49.9560000Z</dcterms:created>
  <dcterms:modified xsi:type="dcterms:W3CDTF">2026-10-09T07:00:49.9560000Z</dcterms:modified>
</coreProperties>
</file>